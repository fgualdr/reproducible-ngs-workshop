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 autoCompressPictures="0">
  <p:sldMasterIdLst>
    <p:sldMasterId id="2147483684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2A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687"/>
    <p:restoredTop sz="94589"/>
  </p:normalViewPr>
  <p:slideViewPr>
    <p:cSldViewPr snapToGrid="0">
      <p:cViewPr varScale="1">
        <p:scale>
          <a:sx n="120" d="100"/>
          <a:sy n="120" d="100"/>
        </p:scale>
        <p:origin x="8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06BF8C-4158-F342-8216-E1A8A29CF1BB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D5500A-D261-DC43-897E-19B59BA2217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4885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396E4B-6C64-E643-9A0A-AB5E13C2F5FA}" type="datetime1">
              <a:rPr lang="it-IT" smtClean="0"/>
              <a:t>13/09/26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68936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1DFEEA-1162-B343-ACBF-B3E92F6AC390}" type="datetime1">
              <a:rPr lang="it-IT" smtClean="0"/>
              <a:t>13/09/26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643337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9ECE03-5904-2640-B404-A3FEAB598526}" type="datetime1">
              <a:rPr lang="it-IT" smtClean="0"/>
              <a:t>13/09/26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43605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AE46A-96B1-BD4E-91A6-BD8913D3E1E1}" type="datetime1">
              <a:rPr lang="it-IT" smtClean="0"/>
              <a:t>13/09/26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12848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CEE35-98CA-3449-A912-39DDE1219E25}" type="datetime1">
              <a:rPr lang="it-IT" smtClean="0"/>
              <a:t>13/09/26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45442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53B74D-CC1D-D544-8CB0-DB12C3D1744A}" type="datetime1">
              <a:rPr lang="it-IT" smtClean="0"/>
              <a:t>13/09/26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34751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398775-032D-C849-B9B0-C1D11ED802C1}" type="datetime1">
              <a:rPr lang="it-IT" smtClean="0"/>
              <a:t>13/09/26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48393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DD5ADB-7CE0-804E-9C85-40A519507F1A}" type="datetime1">
              <a:rPr lang="it-IT" smtClean="0"/>
              <a:t>13/09/26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51614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04C8A3-CA6B-DB4B-8A18-5294010BD3CB}" type="datetime1">
              <a:rPr lang="it-IT" smtClean="0"/>
              <a:t>13/09/26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00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B09858-3BFB-DA41-A1A7-0A2A32E9793F}" type="datetime1">
              <a:rPr lang="it-IT" smtClean="0"/>
              <a:t>13/09/26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89003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58458F-C659-9242-908F-36A06BB8B093}" type="datetime1">
              <a:rPr lang="it-IT" smtClean="0"/>
              <a:t>13/09/26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20177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4470" y="122282"/>
            <a:ext cx="12192000" cy="5196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8929" y="956048"/>
            <a:ext cx="11192435" cy="50861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A1503F-4B7A-6348-924A-FFD23680AA8F}" type="datetime1">
              <a:rPr lang="it-IT" smtClean="0"/>
              <a:t>13/09/26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E92BA6-6E87-3343-8D2C-B7A656D628E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210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92747-DC33-217F-1565-FF97054DED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T" dirty="0"/>
              <a:t>Reproducible NGS Data Analysis on Personal Laptops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0FE03A-9F62-3B7F-B9C2-05F885B639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0AD085-7898-BE4F-A67D-B59B606A6206}" type="datetime1">
              <a:rPr lang="it-IT" smtClean="0"/>
              <a:t>13/09/26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89AE5A-44AD-824B-FEE4-42D719C28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Day 1: Reproducible NGS Data Analysis on Personal Laptops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88CCC8-4672-8B3D-3D7A-7B9695FBD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92BA6-6E87-3343-8D2C-B7A656D628E4}" type="slidenum">
              <a:rPr lang="en-GB" smtClean="0"/>
              <a:t>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70009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e">
  <a:themeElements>
    <a:clrScheme name="Green">
      <a:dk1>
        <a:sysClr val="windowText" lastClr="000000"/>
      </a:dk1>
      <a:lt1>
        <a:sysClr val="window" lastClr="FFFFFF"/>
      </a:lt1>
      <a:dk2>
        <a:srgbClr val="455F51"/>
      </a:dk2>
      <a:lt2>
        <a:srgbClr val="E3DED1"/>
      </a:lt2>
      <a:accent1>
        <a:srgbClr val="549E39"/>
      </a:accent1>
      <a:accent2>
        <a:srgbClr val="8AB833"/>
      </a:accent2>
      <a:accent3>
        <a:srgbClr val="C0CF3A"/>
      </a:accent3>
      <a:accent4>
        <a:srgbClr val="029676"/>
      </a:accent4>
      <a:accent5>
        <a:srgbClr val="4AB5C4"/>
      </a:accent5>
      <a:accent6>
        <a:srgbClr val="0989B1"/>
      </a:accent6>
      <a:hlink>
        <a:srgbClr val="6B9F25"/>
      </a:hlink>
      <a:folHlink>
        <a:srgbClr val="BA6906"/>
      </a:folHlink>
    </a:clrScheme>
    <a:fontScheme name="Gill Sans MT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454</TotalTime>
  <Words>19</Words>
  <Application>Microsoft Macintosh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Gill Sans MT</vt:lpstr>
      <vt:lpstr>Office 2013 - 2022 Theme</vt:lpstr>
      <vt:lpstr>Reproducible NGS Data Analysis on Personal Laptops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Gualdrini Francesco</dc:creator>
  <cp:lastModifiedBy>Gualdrini Francesco</cp:lastModifiedBy>
  <cp:revision>117</cp:revision>
  <dcterms:created xsi:type="dcterms:W3CDTF">2026-09-11T06:59:50Z</dcterms:created>
  <dcterms:modified xsi:type="dcterms:W3CDTF">2026-09-13T13:31:09Z</dcterms:modified>
</cp:coreProperties>
</file>