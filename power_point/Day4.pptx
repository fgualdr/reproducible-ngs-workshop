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2A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87"/>
    <p:restoredTop sz="94589"/>
  </p:normalViewPr>
  <p:slideViewPr>
    <p:cSldViewPr snapToGrid="0">
      <p:cViewPr varScale="1">
        <p:scale>
          <a:sx n="120" d="100"/>
          <a:sy n="120" d="100"/>
        </p:scale>
        <p:origin x="8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06BF8C-4158-F342-8216-E1A8A29CF1BB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5500A-D261-DC43-897E-19B59BA221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488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96E4B-6C64-E643-9A0A-AB5E13C2F5FA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6893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4333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ECE03-5904-2640-B404-A3FEAB598526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360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AE46A-96B1-BD4E-91A6-BD8913D3E1E1}" type="datetime1">
              <a:rPr lang="it-IT" smtClean="0"/>
              <a:t>13/09/26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8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CEE35-98CA-3449-A912-39DDE1219E25}" type="datetime1">
              <a:rPr lang="it-IT" smtClean="0"/>
              <a:t>13/09/26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544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3B74D-CC1D-D544-8CB0-DB12C3D1744A}" type="datetime1">
              <a:rPr lang="it-IT" smtClean="0"/>
              <a:t>13/09/26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3475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8775-032D-C849-B9B0-C1D11ED802C1}" type="datetime1">
              <a:rPr lang="it-IT" smtClean="0"/>
              <a:t>13/09/26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4839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D5ADB-7CE0-804E-9C85-40A519507F1A}" type="datetime1">
              <a:rPr lang="it-IT" smtClean="0"/>
              <a:t>13/09/26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5161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4C8A3-CA6B-DB4B-8A18-5294010BD3CB}" type="datetime1">
              <a:rPr lang="it-IT" smtClean="0"/>
              <a:t>13/09/26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0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09858-3BFB-DA41-A1A7-0A2A32E9793F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8900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8458F-C659-9242-908F-36A06BB8B093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2017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519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8929" y="956048"/>
            <a:ext cx="11192435" cy="50861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1503F-4B7A-6348-924A-FFD23680AA8F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92747-DC33-217F-1565-FF97054DED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Reproducible NGS Data Analysis on Personal Laptops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FE03A-9F62-3B7F-B9C2-05F885B63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AD085-7898-BE4F-A67D-B59B606A6206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9AE5A-44AD-824B-FEE4-42D719C28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8CCC8-4672-8B3D-3D7A-7B9695FBD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000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454</TotalTime>
  <Words>19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Gill Sans MT</vt:lpstr>
      <vt:lpstr>Office 2013 - 2022 Theme</vt:lpstr>
      <vt:lpstr>Reproducible NGS Data Analysis on Personal Laptops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Gualdrini Francesco</dc:creator>
  <cp:lastModifiedBy>Gualdrini Francesco</cp:lastModifiedBy>
  <cp:revision>117</cp:revision>
  <dcterms:created xsi:type="dcterms:W3CDTF">2026-09-11T06:59:50Z</dcterms:created>
  <dcterms:modified xsi:type="dcterms:W3CDTF">2026-09-13T13:31:14Z</dcterms:modified>
</cp:coreProperties>
</file>